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Agentic AI Digest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of 2025-12-14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Week in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week saw significant advances in interactive reasoning with training-free methods for asynchronous thinking, while OpenAI quietly rolled out 'skills' functionality and released GPT-5.2. The gap between impressive agent capabilities on benchmarks and real-world economic impact emerged as a key discussion point, highlighted by Ilya Sutskever's observations, while practical demonstrations like the autonomous Stanford network penetration test showcased the maturing state of autonomous agent planning and tool use.</a:t>
            </a:r>
          </a:p>
          <a:p>
            <a:pPr/>
          </a:p>
          <a:p>
            <a:pPr/>
            <a:r>
              <a:t>📊 Curated from research papers, industry news, and community discussions</a:t>
            </a:r>
          </a:p>
          <a:p>
            <a:pPr/>
            <a:r>
              <a:t>🗓️  2025-12-14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Research Papers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 key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Asynchronous Reasoning: Training-Free Interactive Thinking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Enables LLMs to think asynchronously while remaining interactive, allowing users to interrupt and redirect reasoning processes without retraining.</a:t>
            </a:r>
          </a:p>
          <a:p>
            <a:pPr/>
          </a:p>
          <a:p>
            <a:pPr/>
            <a:r>
              <a:t>📎 arXiv • George Yakushev, Nataliia Babina, Masoud Vahid Dastgerdi</a:t>
            </a:r>
          </a:p>
          <a:p>
            <a:pPr/>
          </a:p>
          <a:p>
            <a:pPr/>
            <a:r>
              <a:t>🔗 https://arxiv.org/abs/2512.10931v1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On Decision-Making Agents and Higher-Order Causal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Establishes formal mathematical correspondence between POMDP agents and higher-order causal processes, providing theoretical foundations for agent decision-making.</a:t>
            </a:r>
          </a:p>
          <a:p>
            <a:pPr/>
          </a:p>
          <a:p>
            <a:pPr/>
            <a:r>
              <a:t>📎 arXiv • Matt Wilson</a:t>
            </a:r>
          </a:p>
          <a:p>
            <a:pPr/>
          </a:p>
          <a:p>
            <a:pPr/>
            <a:r>
              <a:t>🔗 https://arxiv.org/abs/2512.10937v1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CompanionCast: A Multi-Agent Conversational AI Framework with Spatial Audio for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Multi-agent conversational system that recreates social presence for media consumption, demonstrating practical applications of agent coordination for user experience.</a:t>
            </a:r>
          </a:p>
          <a:p>
            <a:pPr/>
          </a:p>
          <a:p>
            <a:pPr/>
            <a:r>
              <a:t>📎 arXiv • Yiyang Wang, Chen Chen, Tica Lin</a:t>
            </a:r>
          </a:p>
          <a:p>
            <a:pPr/>
          </a:p>
          <a:p>
            <a:pPr/>
            <a:r>
              <a:t>🔗 https://arxiv.org/abs/2512.10918v1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Curriculum-Based Reinforcement Learning for Autonomous UAV Navigation in Unknown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Applies curriculum-based RL for autonomous navigation in highly constrained environments, advancing agent planning and perception in challenging real-world scenarios.</a:t>
            </a:r>
          </a:p>
          <a:p>
            <a:pPr/>
          </a:p>
          <a:p>
            <a:pPr/>
            <a:r>
              <a:t>📎 arXiv • Zamirddine Mari, Jérôme Pasquet, Julien Seinturier</a:t>
            </a:r>
          </a:p>
          <a:p>
            <a:pPr/>
          </a:p>
          <a:p>
            <a:pPr/>
            <a:r>
              <a:t>🔗 https://arxiv.org/abs/2512.10934v1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Replace, Don't Expand: Mitigating Context Dilution in Multi-Hop RAG via Fixed-Bu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Introduces fixed-budget evidence assembly strategy for multi-hop RAG systems, improving agent tool use and retrieval planning without expanding context windows.</a:t>
            </a:r>
          </a:p>
          <a:p>
            <a:pPr/>
          </a:p>
          <a:p>
            <a:pPr/>
            <a:r>
              <a:t>📎 arXiv • Moshe Lahmy, Roi Yozevitch</a:t>
            </a:r>
          </a:p>
          <a:p>
            <a:pPr/>
          </a:p>
          <a:p>
            <a:pPr/>
            <a:r>
              <a:t>🔗 https://arxiv.org/abs/2512.10787v1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 key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OpenAI are quietly adopting skills, now available in ChatGPT and Codex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OpenAI is rolling out 'skills' functionality that enables more sophisticated agent capabilities for tool use and task execution in ChatGPT.</a:t>
            </a:r>
          </a:p>
          <a:p>
            <a:pPr/>
          </a:p>
          <a:p>
            <a:pPr/>
            <a:r>
              <a:t>📎 Hacker News • 558 points • 312 comments</a:t>
            </a:r>
          </a:p>
          <a:p>
            <a:pPr/>
          </a:p>
          <a:p>
            <a:pPr/>
            <a:r>
              <a:t>🔗 https://simonwillison.net/2025/Dec/12/openai-skills/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GPT-5.2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new model release from OpenAI with implications for agent reasoning and planning capabilities.</a:t>
            </a:r>
          </a:p>
          <a:p>
            <a:pPr/>
          </a:p>
          <a:p>
            <a:pPr/>
            <a:r>
              <a:t>📎 Hacker News • 1181 points • 1065 comments</a:t>
            </a:r>
          </a:p>
          <a:p>
            <a:pPr/>
          </a:p>
          <a:p>
            <a:pPr/>
            <a:r>
              <a:t>🔗 https://openai.com/index/introducing-gpt-5-2/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An AI agent spent 16 hours hacking Stanford's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AI agent successfully performed complex penetration testing, demonstrating advanced planning and tool use capabilities that outperformed human professionals.</a:t>
            </a:r>
          </a:p>
          <a:p>
            <a:pPr/>
          </a:p>
          <a:p>
            <a:pPr/>
            <a:r>
              <a:t>📎 r/artificial • 196 upvotes • 31 comments</a:t>
            </a:r>
          </a:p>
          <a:p>
            <a:pPr/>
          </a:p>
          <a:p>
            <a:pPr/>
            <a:r>
              <a:t>🔗 https://reddit.com/r/artificial/comments/1pkuaaq/an_ai_agent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Pete Hegseth Says the Pentagon's New Chatbot Will Make America 'More Lethal'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Pentagon deploying Google Gemini as agentic tool directly to military personnel, representing major institutional adoption of AI agents in defense operations.</a:t>
            </a:r>
          </a:p>
          <a:p>
            <a:pPr/>
          </a:p>
          <a:p>
            <a:pPr/>
            <a:r>
              <a:t>📎 r/artificial • 254 upvotes • 122 comments</a:t>
            </a:r>
          </a:p>
          <a:p>
            <a:pPr/>
          </a:p>
          <a:p>
            <a:pPr/>
            <a:r>
              <a:t>🔗 https://reddit.com/r/artificial/comments/1piors1/pete_hegset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Meta is pivoting away from open source AI to money-making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shift from Meta could impact availability of open-source agent frameworks and models, affecting the broader agentic AI ecosystem.</a:t>
            </a:r>
          </a:p>
          <a:p>
            <a:pPr/>
          </a:p>
          <a:p>
            <a:pPr/>
            <a:r>
              <a:t>📎 r/artificial • 151 upvotes • 57 comments</a:t>
            </a:r>
          </a:p>
          <a:p>
            <a:pPr/>
          </a:p>
          <a:p>
            <a:pPr/>
            <a:r>
              <a:t>🔗 https://reddit.com/r/artificial/comments/1plnzz7/meta_is_piv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key updates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Introducing: Devstral 2 and Mistral Vibe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CLI tool from Mistral AI enabling developer-focused agentic workflows with improved code understanding and execution capabilities.</a:t>
            </a:r>
          </a:p>
          <a:p>
            <a:pPr/>
          </a:p>
          <a:p>
            <a:pPr/>
            <a:r>
              <a:t>📎 r/LocalLLaMA • 686 upvotes • 218 comments</a:t>
            </a:r>
          </a:p>
          <a:p>
            <a:pPr/>
          </a:p>
          <a:p>
            <a:pPr/>
            <a:r>
              <a:t>🔗 https://reddit.com/r/LocalLLaMA/comments/1pi9q3t/introducing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You can now train LLMs 3x faster with 30% less memory! (&lt;3.9GB VRAM)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Breakthrough in memory-efficient training enables development of local agent models on consumer hardware, democratizing agentic AI development.</a:t>
            </a:r>
          </a:p>
          <a:p>
            <a:pPr/>
          </a:p>
          <a:p>
            <a:pPr/>
            <a:r>
              <a:t>📎 r/LocalLLaMA • 1018 upvotes • 114 comments</a:t>
            </a:r>
          </a:p>
          <a:p>
            <a:pPr/>
          </a:p>
          <a:p>
            <a:pPr/>
            <a:r>
              <a:t>🔗 https://reddit.com/r/LocalLLaMA/comments/1pj51tu/you_can_now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Decoupled Q-Chunking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Novel temporal-difference method that addresses bootstrapping bias in RL agents, improving learning stability for autonomous decision-making systems.</a:t>
            </a:r>
          </a:p>
          <a:p>
            <a:pPr/>
          </a:p>
          <a:p>
            <a:pPr/>
            <a:r>
              <a:t>📎 arXiv • Qiyang Li, Seohong Park, Sergey Levine</a:t>
            </a:r>
          </a:p>
          <a:p>
            <a:pPr/>
          </a:p>
          <a:p>
            <a:pPr/>
            <a:r>
              <a:t>🔗 https://arxiv.org/abs/2512.10926v1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ImplicitRDP: An End-to-End Visual-Force Diffusion Policy with Structural Slow-Fa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Multi-modal policy framework combining vision and force sensing for robotic agents, advancing embodied AI manipulation capabilities.</a:t>
            </a:r>
          </a:p>
          <a:p>
            <a:pPr/>
          </a:p>
          <a:p>
            <a:pPr/>
            <a:r>
              <a:t>📎 arXiv • Wendi Chen, Han Xue, Yi Wang</a:t>
            </a:r>
          </a:p>
          <a:p>
            <a:pPr/>
          </a:p>
          <a:p>
            <a:pPr/>
            <a:r>
              <a:t>🔗 https://arxiv.org/abs/2512.10946v1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Notable Discussions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key updates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Ilya Sutskever is puzzled by the gap between AI benchmarks and the economic impa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industry figure questions the disconnect between agent capabilities on benchmarks versus real-world economic deployment and value creation.</a:t>
            </a:r>
          </a:p>
          <a:p>
            <a:pPr/>
          </a:p>
          <a:p>
            <a:pPr/>
            <a:r>
              <a:t>📎 r/MachineLearning • 288 upvotes • 121 comments</a:t>
            </a:r>
          </a:p>
          <a:p>
            <a:pPr/>
          </a:p>
          <a:p>
            <a:pPr/>
            <a:r>
              <a:t>🔗 https://reddit.com/r/MachineLearning/comments/1pm2zsb/ilya_s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OpenAI Is in Trouble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Discussion of challenges facing the leading agentic AI company, with implications for the future trajectory of autonomous agent development and commercialization.</a:t>
            </a:r>
          </a:p>
          <a:p>
            <a:pPr/>
          </a:p>
          <a:p>
            <a:pPr/>
            <a:r>
              <a:t>📎 r/artificial • 203 upvotes • 121 comments</a:t>
            </a:r>
          </a:p>
          <a:p>
            <a:pPr/>
          </a:p>
          <a:p>
            <a:pPr/>
            <a:r>
              <a:t>🔗 https://reddit.com/r/artificial/comments/1pj66p2/openai_is_i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LLMs can understand Base64 encoded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Reveals emergent capability in LLMs with implications for agent security, jailbreaking resistance, and instruction-following robustness in autonomous systems.</a:t>
            </a:r>
          </a:p>
          <a:p>
            <a:pPr/>
          </a:p>
          <a:p>
            <a:pPr/>
            <a:r>
              <a:t>📎 r/artificial • 169 upvotes • 71 comments</a:t>
            </a:r>
          </a:p>
          <a:p>
            <a:pPr/>
          </a:p>
          <a:p>
            <a:pPr/>
            <a:r>
              <a:t>🔗 https://reddit.com/r/artificial/comments/1pioxt4/llms_can_un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Something Ominous Is Happening in the AI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economic tensions in AI development that may affect funding and direction of agentic AI research and commercial deployment.</a:t>
            </a:r>
          </a:p>
          <a:p>
            <a:pPr/>
          </a:p>
          <a:p>
            <a:pPr/>
            <a:r>
              <a:t>📎 r/artificial • 154 upvotes • 70 comments</a:t>
            </a:r>
          </a:p>
          <a:p>
            <a:pPr/>
          </a:p>
          <a:p>
            <a:pPr/>
            <a:r>
              <a:t>🔗 https://reddit.com/r/artificial/comments/1pk6avk/something_o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Learning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digest was automatically generated</a:t>
            </a:r>
          </a:p>
          <a:p>
            <a:pPr/>
          </a:p>
          <a:p>
            <a:pPr/>
            <a:r>
              <a:t>Sources:</a:t>
            </a:r>
          </a:p>
          <a:p>
            <a:pPr/>
            <a:r>
              <a:t>• arXiv research papers</a:t>
            </a:r>
          </a:p>
          <a:p>
            <a:pPr/>
            <a:r>
              <a:t>• Hacker News discussions</a:t>
            </a:r>
          </a:p>
          <a:p>
            <a:pPr/>
            <a:r>
              <a:t>• Reddit communities (r/MachineLearning, r/LocalLLaMA)</a:t>
            </a:r>
          </a:p>
          <a:p>
            <a:pPr/>
          </a:p>
          <a:p>
            <a:pPr/>
            <a:r>
              <a:t>Next digest: December 21,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