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Weekly Agentic AI Digest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Week of 2025-12-14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This Week in Agentic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This week saw major advances in interactive reasoning with training-free asynchronous</a:t>
            </a:r>
          </a:p>
          <a:p>
            <a:r>
              <a:t>thinking capabilities and OpenAI's introduction of 'skills' for structured tool use in</a:t>
            </a:r>
          </a:p>
          <a:p>
            <a:r>
              <a:t>ChatGPT. Real-world agent deployments demonstrated autonomous cybersecurity operations and</a:t>
            </a:r>
          </a:p>
          <a:p>
            <a:r>
              <a:t>military applications, while the community grappled with the growing gap between benchmark</a:t>
            </a:r>
          </a:p>
          <a:p>
            <a:r>
              <a:t>performance and economic impact of agentic systems.</a:t>
            </a:r>
          </a:p>
          <a:p>
            <a:pPr/>
          </a:p>
          <a:p>
            <a:pPr/>
            <a:r>
              <a:t>Curated from arXiv, Hacker News, and Reddit</a:t>
            </a:r>
          </a:p>
          <a:p>
            <a:pPr/>
            <a:r>
              <a:t>Generated: 2025-12-14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Key Research Papers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</a:t>
            </a:r>
          </a:p>
          <a:p>
            <a:pPr/>
          </a:p>
          <a:p>
            <a:pPr/>
            <a:r>
              <a:t>Swipe to explore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Asynchronous Reasoning: Training-Free Interactive Thinking LLMs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Enables LLMs to perform reasoning asynchronously without training, allowing</a:t>
            </a:r>
          </a:p>
          <a:p>
            <a:r>
              <a:t>interactive responses while maintaining thinking capabilities—addressing a key</a:t>
            </a:r>
          </a:p>
          <a:p>
            <a:r>
              <a:t>limitation of current reasoning models.</a:t>
            </a:r>
          </a:p>
          <a:p>
            <a:pPr/>
          </a:p>
          <a:p>
            <a:pPr/>
            <a:r>
              <a:t>Source: arXiv • George Yakushev, Nataliia Babina, Masoud Vahid Da...</a:t>
            </a:r>
          </a:p>
          <a:p>
            <a:pPr/>
            <a:r>
              <a:t>Link: https://arxiv.org/abs/2512.10931v1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CompanionCast: A Multi-Agent Conversational AI Framework with Spati...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Novel multi-agent system that recreates social presence through coordinated</a:t>
            </a:r>
          </a:p>
          <a:p>
            <a:r>
              <a:t>conversational AI agents with spatial audio, demonstrating practical</a:t>
            </a:r>
          </a:p>
          <a:p>
            <a:r>
              <a:t>applications of agent coordination for human experience.</a:t>
            </a:r>
          </a:p>
          <a:p>
            <a:pPr/>
          </a:p>
          <a:p>
            <a:pPr/>
            <a:r>
              <a:t>Source: arXiv • Yiyang Wang, Chen Chen, Tica Lin</a:t>
            </a:r>
          </a:p>
          <a:p>
            <a:pPr/>
            <a:r>
              <a:t>Link: https://arxiv.org/abs/2512.10918v1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On Decision-Making Agents and Higher-Order Causal Processes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Establishes theoretical correspondence between POMDP agents and higher-order</a:t>
            </a:r>
          </a:p>
          <a:p>
            <a:r>
              <a:t>quantum causal processes, providing foundational mathematical framework for</a:t>
            </a:r>
          </a:p>
          <a:p>
            <a:r>
              <a:t>understanding agent decision-making.</a:t>
            </a:r>
          </a:p>
          <a:p>
            <a:pPr/>
          </a:p>
          <a:p>
            <a:pPr/>
            <a:r>
              <a:t>Source: arXiv • Matt Wilson</a:t>
            </a:r>
          </a:p>
          <a:p>
            <a:pPr/>
            <a:r>
              <a:t>Link: https://arxiv.org/abs/2512.10937v1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Curriculum-Based Reinforcement Learning for Autonomous UAV Navigati...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curriculum-based RL approach for autonomous navigation in highly</a:t>
            </a:r>
          </a:p>
          <a:p>
            <a:r>
              <a:t>constrained environments, showcasing advanced planning and reasoning in</a:t>
            </a:r>
          </a:p>
          <a:p>
            <a:r>
              <a:t>challenging real-world scenarios.</a:t>
            </a:r>
          </a:p>
          <a:p>
            <a:pPr/>
          </a:p>
          <a:p>
            <a:pPr/>
            <a:r>
              <a:t>Source: arXiv • Zamirddine Mari, Jérôme Pasquet, Julien Seinturier</a:t>
            </a:r>
          </a:p>
          <a:p>
            <a:pPr/>
            <a:r>
              <a:t>Link: https://arxiv.org/abs/2512.10934v1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Replace, Don't Expand: Mitigating Context Dilution in Multi-Hop RAG...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Addresses critical multi-hop reasoning failures in RAG systems by introducing</a:t>
            </a:r>
          </a:p>
          <a:p>
            <a:r>
              <a:t>fixed-budget evidence replacement strategy, improving agent tool use and</a:t>
            </a:r>
          </a:p>
          <a:p>
            <a:r>
              <a:t>reasoning efficiency.</a:t>
            </a:r>
          </a:p>
          <a:p>
            <a:pPr/>
          </a:p>
          <a:p>
            <a:pPr/>
            <a:r>
              <a:t>Source: arXiv • Moshe Lahmy, Roi Yozevitch</a:t>
            </a:r>
          </a:p>
          <a:p>
            <a:pPr/>
            <a:r>
              <a:t>Link: https://arxiv.org/abs/2512.10787v1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Industry Updates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5 key updates</a:t>
            </a:r>
          </a:p>
          <a:p>
            <a:pPr/>
          </a:p>
          <a:p>
            <a:pPr/>
            <a:r>
              <a:t>Swipe to explore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OpenAI are quietly adopting skills, now available in ChatGPT and Co...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OpenAI introduces 'skills' capability enabling structured tool use and actions</a:t>
            </a:r>
          </a:p>
          <a:p>
            <a:r>
              <a:t>in ChatGPT, marking a significant step toward more agentic behavior in their</a:t>
            </a:r>
          </a:p>
          <a:p>
            <a:r>
              <a:t>flagship product.</a:t>
            </a:r>
          </a:p>
          <a:p>
            <a:pPr/>
          </a:p>
          <a:p>
            <a:pPr/>
            <a:r>
              <a:t>Source: Hacker News • 558 points • 312 comments</a:t>
            </a:r>
          </a:p>
          <a:p>
            <a:pPr/>
            <a:r>
              <a:t>Link: https://simonwillison.net/2025/Dec/12/openai-sk...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GPT-5.2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Major model release from OpenAI with potential implications for agent</a:t>
            </a:r>
          </a:p>
          <a:p>
            <a:r>
              <a:t>capabilities, reasoning, and planning—generating significant community</a:t>
            </a:r>
          </a:p>
          <a:p>
            <a:r>
              <a:t>discussion.</a:t>
            </a:r>
          </a:p>
          <a:p>
            <a:pPr/>
          </a:p>
          <a:p>
            <a:pPr/>
            <a:r>
              <a:t>Source: Hacker News • 1181 points • 1065 comments</a:t>
            </a:r>
          </a:p>
          <a:p>
            <a:pPr/>
            <a:r>
              <a:t>Link: https://openai.com/index/introducing-gpt-5-2/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An AI agent spent 16 hours hacking Stanford's network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Demonstrates autonomous agent capability to perform complex, multi-step</a:t>
            </a:r>
          </a:p>
          <a:p>
            <a:r>
              <a:t>cybersecurity operations outperforming human professionals, showing real-world</a:t>
            </a:r>
          </a:p>
          <a:p>
            <a:r>
              <a:t>agentic task execution.</a:t>
            </a:r>
          </a:p>
          <a:p>
            <a:pPr/>
          </a:p>
          <a:p>
            <a:pPr/>
            <a:r>
              <a:t>Source: r/artificial • 198 upvotes • 31 comments</a:t>
            </a:r>
          </a:p>
          <a:p>
            <a:pPr/>
            <a:r>
              <a:t>Link: https://reddit.com/r/artificial/comments/1pkuaa...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Pete Hegseth Says the Pentagon's New Chatbot Will Make America 'Mor...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Major deployment of AI agents in military operations, representing significant</a:t>
            </a:r>
          </a:p>
          <a:p>
            <a:r>
              <a:t>real-world application of agentic systems in high-stakes decision-making</a:t>
            </a:r>
          </a:p>
          <a:p>
            <a:r>
              <a:t>environments.</a:t>
            </a:r>
          </a:p>
          <a:p>
            <a:pPr/>
          </a:p>
          <a:p>
            <a:pPr/>
            <a:r>
              <a:t>Source: r/artificial • 256 upvotes • 122 comments</a:t>
            </a:r>
          </a:p>
          <a:p>
            <a:pPr/>
            <a:r>
              <a:t>Link: https://reddit.com/r/artificial/comments/1piors...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Meta is pivoting away from open source AI to money-making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Strategic shift at Meta could impact availability of open-source agent</a:t>
            </a:r>
          </a:p>
          <a:p>
            <a:r>
              <a:t>frameworks and models, affecting the broader agentic AI ecosystem.</a:t>
            </a:r>
          </a:p>
          <a:p>
            <a:pPr/>
          </a:p>
          <a:p>
            <a:pPr/>
            <a:r>
              <a:t>Source: r/artificial • 149 upvotes • 57 comments</a:t>
            </a:r>
          </a:p>
          <a:p>
            <a:pPr/>
            <a:r>
              <a:t>Link: https://reddit.com/r/artificial/comments/1plnzz...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</a:t>
            </a:r>
          </a:p>
          <a:p>
            <a:pPr/>
          </a:p>
          <a:p>
            <a:pPr/>
            <a:r>
              <a:t>Swipe to explore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Introducing: Devstral 2 and Mistral Vibe CLI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New CLI tool from Mistral enabling agentic code generation and development</a:t>
            </a:r>
          </a:p>
          <a:p>
            <a:r>
              <a:t>workflows, expanding the ecosystem of agent-oriented developer tools.</a:t>
            </a:r>
          </a:p>
          <a:p>
            <a:pPr/>
          </a:p>
          <a:p>
            <a:pPr/>
            <a:r>
              <a:t>Source: r/LocalLLaMA • 690 upvotes • 218 comments</a:t>
            </a:r>
          </a:p>
          <a:p>
            <a:pPr/>
            <a:r>
              <a:t>Link: https://reddit.com/r/LocalLLaMA/comments/1pi9q3...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You can now train LLMs 3x faster with 30% less memory! (&lt;3.9GB VRAM)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Breakthrough in training efficiency enabling more accessible development of</a:t>
            </a:r>
          </a:p>
          <a:p>
            <a:r>
              <a:t>custom agent models on consumer hardware, democratizing agent development.</a:t>
            </a:r>
          </a:p>
          <a:p>
            <a:pPr/>
          </a:p>
          <a:p>
            <a:pPr/>
            <a:r>
              <a:t>Source: r/LocalLLaMA • 1021 upvotes • 114 comments</a:t>
            </a:r>
          </a:p>
          <a:p>
            <a:pPr/>
            <a:r>
              <a:t>Link: https://reddit.com/r/LocalLLaMA/comments/1pj51t...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ImplicitRDP: An End-to-End Visual-Force Diffusion Policy with Struc...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Novel end-to-end policy framework combining vision and force sensing for</a:t>
            </a:r>
          </a:p>
          <a:p>
            <a:r>
              <a:t>robotic agents, advancing multi-modal perception for autonomous manipulation</a:t>
            </a:r>
          </a:p>
          <a:p>
            <a:r>
              <a:t>tasks.</a:t>
            </a:r>
          </a:p>
          <a:p>
            <a:pPr/>
          </a:p>
          <a:p>
            <a:pPr/>
            <a:r>
              <a:t>Source: arXiv • Wendi Chen, Han Xue, Yi Wang</a:t>
            </a:r>
          </a:p>
          <a:p>
            <a:pPr/>
            <a:r>
              <a:t>Link: https://arxiv.org/abs/2512.10946v1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Decoupled Q-Chunking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New TD learning method addressing bootstrapping bias in RL agents, improving</a:t>
            </a:r>
          </a:p>
          <a:p>
            <a:r>
              <a:t>agent training efficiency and stability for autonomous decision-making.</a:t>
            </a:r>
          </a:p>
          <a:p>
            <a:pPr/>
          </a:p>
          <a:p>
            <a:pPr/>
            <a:r>
              <a:t>Source: arXiv • Qiyang Li, Seohong Park, Sergey Levine</a:t>
            </a:r>
          </a:p>
          <a:p>
            <a:pPr/>
            <a:r>
              <a:t>Link: https://arxiv.org/abs/2512.10926v1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Notable Discussions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4 key updates</a:t>
            </a:r>
          </a:p>
          <a:p>
            <a:pPr/>
          </a:p>
          <a:p>
            <a:pPr/>
            <a:r>
              <a:t>Swipe to explore 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Ilya Sutskever is puzzled by the gap between AI benchmarks and the 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Critical discussion on the disconnect between agent performance on benchmarks</a:t>
            </a:r>
          </a:p>
          <a:p>
            <a:r>
              <a:t>versus real-world deployment value, questioning evaluation methodologies for</a:t>
            </a:r>
          </a:p>
          <a:p>
            <a:r>
              <a:t>agentic systems.</a:t>
            </a:r>
          </a:p>
          <a:p>
            <a:pPr/>
          </a:p>
          <a:p>
            <a:pPr/>
            <a:r>
              <a:t>Source: r/MachineLearning • 294 upvotes • 122 comments</a:t>
            </a:r>
          </a:p>
          <a:p>
            <a:pPr/>
            <a:r>
              <a:t>Link: https://reddit.com/r/MachineLearning/comments/1...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OpenAI Is in Trouble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Analysis of challenges facing the leading agentic AI company, with implications</a:t>
            </a:r>
          </a:p>
          <a:p>
            <a:r>
              <a:t>for the broader agent development ecosystem and competitive landscape.</a:t>
            </a:r>
          </a:p>
          <a:p>
            <a:pPr/>
          </a:p>
          <a:p>
            <a:pPr/>
            <a:r>
              <a:t>Source: r/artificial • 203 upvotes • 121 comments</a:t>
            </a:r>
          </a:p>
          <a:p>
            <a:pPr/>
            <a:r>
              <a:t>Link: https://reddit.com/r/artificial/comments/1pj66p...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Something Ominous Is Happening in the AI Economy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Community concerns about sustainability and economics of deploying agentic AI</a:t>
            </a:r>
          </a:p>
          <a:p>
            <a:r>
              <a:t>systems at scale, addressing viability of autonomous agent business models.</a:t>
            </a:r>
          </a:p>
          <a:p>
            <a:pPr/>
          </a:p>
          <a:p>
            <a:pPr/>
            <a:r>
              <a:t>Source: r/artificial • 159 upvotes • 70 comments</a:t>
            </a:r>
          </a:p>
          <a:p>
            <a:pPr/>
            <a:r>
              <a:t>Link: https://reddit.com/r/artificial/comments/1pk6av...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Mistral AI drops 3x as many LLMs in a single week as OpenAI did in ...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Discussion on rapid model release pace and its implications for agent framework</a:t>
            </a:r>
          </a:p>
          <a:p>
            <a:r>
              <a:t>development, highlighting tension between iteration speed and stability in</a:t>
            </a:r>
          </a:p>
          <a:p>
            <a:r>
              <a:t>agentic systems.</a:t>
            </a:r>
          </a:p>
          <a:p>
            <a:pPr/>
          </a:p>
          <a:p>
            <a:pPr/>
            <a:r>
              <a:t>Source: r/LocalLLaMA • 842 upvotes • 111 comments</a:t>
            </a:r>
          </a:p>
          <a:p>
            <a:pPr/>
            <a:r>
              <a:t>Link: https://reddit.com/r/LocalLLaMA/comments/1pj8kb...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Stay Curious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Your weekly AI digest</a:t>
            </a:r>
          </a:p>
          <a:p>
            <a:pPr/>
            <a:r>
              <a:t>Automatically curated every Sunday</a:t>
            </a:r>
          </a:p>
          <a:p>
            <a:pPr/>
          </a:p>
          <a:p>
            <a:pPr/>
            <a:r>
              <a:t>Data Sources:</a:t>
            </a:r>
          </a:p>
          <a:p>
            <a:pPr/>
            <a:r>
              <a:t>  → arXiv Research Papers</a:t>
            </a:r>
          </a:p>
          <a:p>
            <a:pPr/>
            <a:r>
              <a:t>  → Hacker News</a:t>
            </a:r>
          </a:p>
          <a:p>
            <a:pPr/>
            <a:r>
              <a:t>  → Reddit ML Communities</a:t>
            </a:r>
          </a:p>
          <a:p>
            <a:pPr/>
          </a:p>
          <a:p>
            <a:pPr/>
            <a:r>
              <a:t>Next edition: December 21, 2025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00800"/>
            <a:ext cx="7315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000"/>
            </a:pPr>
            <a:r>
              <a:t>Slide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