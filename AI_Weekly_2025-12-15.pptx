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Weekly Agentic AI Digest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Week of 2025-12-15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498D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This Week in Agentic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This week saw significant momentum in agentic AI deployment with OpenAI and Mistral both launching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CLI-based agent frameworks with extended tool use capabilities, while a serious Claude CLI incident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highlighted critical safety challenges in autonomous systems. Research advances demonstrated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emergent complex behaviors from multi-agent competition and formal verification approaches for 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systems, while industry discussions centered on agents potentially replacing traditional SaaS 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the growing gap between benchmark performance and real-world economic impact.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CCCCCC"/>
                </a:solidFill>
              </a:defRPr>
            </a:pPr>
            <a:r>
              <a:t>Curated from arXiv, Hacker News, and Reddit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858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CCCCCC"/>
                </a:solidFill>
              </a:defRPr>
            </a:pPr>
            <a:r>
              <a:t>Generated: 2025-12-15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B59B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Key Research Papers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5 key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FFFFFF"/>
                </a:solidFill>
              </a:defRPr>
            </a:pPr>
            <a:r>
              <a:t>Swipe to explore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1. Agile Flight Emerges from Multi-Agent Competitive Racing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Demonstrates that complex agile flight behaviors and strategic decision-making emerge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purely from multi-agent competition with sparse rewards, showing how agent interaction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drives capability development.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Source: arXiv • Vineet Pasumarti, Lorenzo Bianchi, Antonio Loquercio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498DB"/>
                </a:solidFill>
              </a:defRPr>
            </a:pPr>
            <a:r>
              <a:t>🔗 https://arxiv.org/abs/2512.11781v1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2. MedAI: Evaluating TxAgent's Therapeutic Agentic Reasoning in the NeurIPS...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Introduces TxAgent, an agentic system specifically designed for therapeutic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decision-making, representing a critical application of agentic reasoning in high-stakes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medical domains.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Source: arXiv • Tim Cofala, Christian Kalfar, Jingge Xiao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498DB"/>
                </a:solidFill>
              </a:defRPr>
            </a:pPr>
            <a:r>
              <a:t>🔗 https://arxiv.org/abs/2512.11682v1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3. Bounding Hallucinations: Information-Theoretic Guarantees for RAG System...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Provides formal information-theoretic guarantees for RAG systems, transforming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from a heuristic into verifiable evidence—critical for reliable agentic systems that must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reason over retrieved information.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Source: arXiv • Björn Deiseroth, Max Henning Höth, Kristian Kersting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498DB"/>
                </a:solidFill>
              </a:defRPr>
            </a:pPr>
            <a:r>
              <a:t>🔗 https://arxiv.org/abs/2512.11614v1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4. LUCID: Learning-Enabled Uncertainty-Aware Certification of Stochastic Dy...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Addresses the critical safety certification challenge for AI-enabled autonomous systems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combining learning with formal verification for stochastic environments.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Source: arXiv • Ernesto Casablanca, Oliver Schön, Paolo Zuliani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498DB"/>
                </a:solidFill>
              </a:defRPr>
            </a:pPr>
            <a:r>
              <a:t>🔗 https://arxiv.org/abs/2512.11750v1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5. High-Dimensional Surrogate Modeling for Closed-Loop Learning of Neural-N...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Enables efficient learning of neural network controller parameters from closed-loop data,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advancing autonomous system adaptation through Bayesian optimization of high-dimensional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control policies.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Source: arXiv • Sebastian Hirt, Valentinus Suwanto, Hendrik Alsmeier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498DB"/>
                </a:solidFill>
              </a:defRPr>
            </a:pPr>
            <a:r>
              <a:t>🔗 https://arxiv.org/abs/2512.11705v1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498D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Industry Updates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5 key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FFFFFF"/>
                </a:solidFill>
              </a:defRPr>
            </a:pPr>
            <a:r>
              <a:t>Swipe to explore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1. AI agents are starting to eat SaaS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Analyzes the emerging trend of AI agents replacing traditional SaaS applications, marking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a fundamental shift in how software products are conceived and delivered.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Source: Hacker News • 116 points • 134 comments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498DB"/>
                </a:solidFill>
              </a:defRPr>
            </a:pPr>
            <a:r>
              <a:t>🔗 https://martinalderson.com/posts/ai-agents-are-starting-t...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2. OpenAI are quietly adopting skills, now available in ChatGPT and Codex CLI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OpenAI's introduction of 'skills' represents a modular approach to agent capabilities,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allowing users to extend ChatGPT's tool use and functionality programmatically.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Source: Hacker News • 568 points • 313 comments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498DB"/>
                </a:solidFill>
              </a:defRPr>
            </a:pPr>
            <a:r>
              <a:t>🔗 https://simonwillison.net/2025/Dec/12/openai-skills/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3. Claude CLI deleted my home directory and wiped my Mac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A critical real-world incident highlighting the risks of autonomous tool use by AI agents,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emphasizing the urgent need for better safety guardrails in agentic systems.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Source: Hacker News • 220 points • 179 comments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498DB"/>
                </a:solidFill>
              </a:defRPr>
            </a:pPr>
            <a:r>
              <a:t>🔗 https://old.reddit.com/r/ClaudeAI/comments/1pgxckk/claude...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4. An AI agent spent 16 hours hacking Stanford's network. It outperformed h...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Demonstrates autonomous AI agents successfully performing complex, multi-step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cybersecurity tasks at expert level, showing practical agent capability in specialized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domains.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Source: r/artificial • 210 upvotes • 32 comments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498DB"/>
                </a:solidFill>
              </a:defRPr>
            </a:pPr>
            <a:r>
              <a:t>🔗 https://reddit.com/r/artificial/comments/1pkuaaq/an_ai_ag...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5. Introducing: Devstral 2 and Mistral Vibe CLI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Mistral launches a development-focused model with CLI integration, expanding the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competitive landscape for agent-capable coding assistants.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Source: r/LocalLLaMA • 686 upvotes • 218 comments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498DB"/>
                </a:solidFill>
              </a:defRPr>
            </a:pPr>
            <a:r>
              <a:t>🔗 https://reddit.com/r/LocalLLaMA/comments/1pi9q3t/introduc...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BC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Tools &amp; Frameworks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4 key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FFFFFF"/>
                </a:solidFill>
              </a:defRPr>
            </a:pPr>
            <a:r>
              <a:t>Swipe to explore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1. OpenAI are quietly adopting skills, now available in ChatGPT and Codex CLI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OpenAI's skills system provides a framework for extending agent capabilities 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composable, reusable tool definitions accessible via CLI and chat interfaces.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Source: Hacker News • 568 points • 313 comments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498DB"/>
                </a:solidFill>
              </a:defRPr>
            </a:pPr>
            <a:r>
              <a:t>🔗 https://simonwillison.net/2025/Dec/12/openai-skills/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2. Introducing: Devstral 2 and Mistral Vibe CLI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Mistral's new CLI framework enables local agent deployment with development-focused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capabilities, competing directly with OpenAI's tooling ecosystem.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Source: r/LocalLLaMA • 686 upvotes • 218 comments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498DB"/>
                </a:solidFill>
              </a:defRPr>
            </a:pPr>
            <a:r>
              <a:t>🔗 https://reddit.com/r/LocalLLaMA/comments/1pi9q3t/introduc...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3. You can now train LLMs 3x faster with 30% less memory! (&lt;3.9GB VRAM)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New memory optimization techniques dramatically lower the barrier to training 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fine-tuning specialized agent models on consumer hardware.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Source: r/LocalLLaMA • 1020 upvotes • 114 comments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498DB"/>
                </a:solidFill>
              </a:defRPr>
            </a:pPr>
            <a:r>
              <a:t>🔗 https://reddit.com/r/LocalLLaMA/comments/1pj51tu/you_can_...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4. Claude CLI deleted my home directory and wiped my Mac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Reveals critical safety gaps in current CLI agent frameworks, highlighting the need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better permission systems and execution sandboxing in agent tools.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Source: Hacker News • 220 points • 179 comments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498DB"/>
                </a:solidFill>
              </a:defRPr>
            </a:pPr>
            <a:r>
              <a:t>🔗 https://old.reddit.com/r/ClaudeAI/comments/1pgxckk/claude...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4C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Notable Discussions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4 key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FFFFFF"/>
                </a:solidFill>
              </a:defRPr>
            </a:pPr>
            <a:r>
              <a:t>Swipe to explore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1. AI agents are starting to eat SaaS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Industry analysis suggesting autonomous agents are beginning to replace traditional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software products, representing a paradigm shift in software delivery and value creation.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Source: Hacker News • 116 points • 134 comments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498DB"/>
                </a:solidFill>
              </a:defRPr>
            </a:pPr>
            <a:r>
              <a:t>🔗 https://martinalderson.com/posts/ai-agents-are-starting-t...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2. Ilya Sutskever is puzzled by the gap between AI benchmarks and the econo...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OpenAI co-founder's observation about the benchmark-to-deployment gap sparks critical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discussion about measuring and translating agent capabilities into real-world value.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Source: r/MachineLearning • 381 upvotes • 191 comments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498DB"/>
                </a:solidFill>
              </a:defRPr>
            </a:pPr>
            <a:r>
              <a:t>🔗 https://reddit.com/r/MachineLearning/comments/1pm2zsb/ily...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3. An AI agent spent 16 hours hacking Stanford's network. It outperformed h...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Real-world demonstration of autonomous agents performing complex multi-step tasks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cybersecurity, raising discussions about agent reliability and economic implications.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Source: r/artificial • 210 upvotes • 32 comments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498DB"/>
                </a:solidFill>
              </a:defRPr>
            </a:pPr>
            <a:r>
              <a:t>🔗 https://reddit.com/r/artificial/comments/1pkuaaq/an_ai_ag...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4. Claude CLI deleted my home directory and wiped my Mac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Catalyzes urgent community discussion about safety mechanisms, permission boundaries, 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responsible deployment practices for autonomous tool-using agents.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Source: Hacker News • 220 points • 179 comments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498DB"/>
                </a:solidFill>
              </a:defRPr>
            </a:pPr>
            <a:r>
              <a:t>🔗 https://old.reddit.com/r/ClaudeAI/comments/1pgxckk/claude...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Stay Curious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Your weekly AI digest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EEEEEE"/>
                </a:solidFill>
              </a:defRPr>
            </a:pPr>
            <a:r>
              <a:t>Automatically curated every Sunday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Data Sources: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EEEEEE"/>
                </a:solidFill>
              </a:defRPr>
            </a:pPr>
            <a:r>
              <a:t>  → arXiv Research Papers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EEEEEE"/>
                </a:solidFill>
              </a:defRPr>
            </a:pPr>
            <a:r>
              <a:t>  → Hacker News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EEEEEE"/>
                </a:solidFill>
              </a:defRPr>
            </a:pPr>
            <a:r>
              <a:t>  → Reddit ML Communities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57200" y="6858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CCCCCC"/>
                </a:solidFill>
              </a:defRPr>
            </a:pPr>
            <a:r>
              <a:t>Next edition: December 21,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