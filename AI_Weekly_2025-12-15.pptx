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Weekly Agentic AI Digest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Week of 2025-12-15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Week in Agentic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week marked a pivotal moment for agentic AI as major providers launched</a:t>
            </a:r>
          </a:p>
          <a:p>
            <a:r>
              <a:t>production-ready agent tools (OpenAI Skills, Claude CLI, Mistral Vibe), but a critical</a:t>
            </a:r>
          </a:p>
          <a:p>
            <a:r>
              <a:t>safety incident with Claude CLI deleting user data sparked urgent discussions about agent</a:t>
            </a:r>
          </a:p>
          <a:p>
            <a:r>
              <a:t>autonomy and control. Meanwhile, research advances in multi-agent competition, medical</a:t>
            </a:r>
          </a:p>
          <a:p>
            <a:r>
              <a:t>reasoning agents, and verifiable RAG systems demonstrate growing sophistication, even as</a:t>
            </a:r>
          </a:p>
          <a:p>
            <a:r>
              <a:t>industry leaders like Ilya Sutskever question the gap between benchmark performance and</a:t>
            </a:r>
          </a:p>
          <a:p>
            <a:r>
              <a:t>real-world economic impact.</a:t>
            </a:r>
          </a:p>
          <a:p>
            <a:pPr/>
          </a:p>
          <a:p>
            <a:pPr/>
            <a:r>
              <a:t>Curated from arXiv, Hacker News, and Reddit</a:t>
            </a:r>
          </a:p>
          <a:p>
            <a:pPr/>
            <a:r>
              <a:t>Generated: 2025-12-15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Research Papers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 key updates</a:t>
            </a:r>
          </a:p>
          <a:p>
            <a:pPr/>
          </a:p>
          <a:p>
            <a:pPr/>
            <a:r>
              <a:t>Swipe to explore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Agile Flight Emerges from Multi-Agent Competitive Racing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how multi-agent competition with sparse rewards can emergently</a:t>
            </a:r>
          </a:p>
          <a:p>
            <a:r>
              <a:t>produce complex agile behaviors and strategic planning without explicit</a:t>
            </a:r>
          </a:p>
          <a:p>
            <a:r>
              <a:t>programming of flight maneuvers.</a:t>
            </a:r>
          </a:p>
          <a:p>
            <a:pPr/>
          </a:p>
          <a:p>
            <a:pPr/>
            <a:r>
              <a:t>Source: arXiv • Vineet Pasumarti, Lorenzo Bianchi, Antonio Loquercio</a:t>
            </a:r>
          </a:p>
          <a:p>
            <a:pPr/>
            <a:r>
              <a:t>Link: https://arxiv.org/abs/2512.11781v1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MedAI: Evaluating TxAgent's Therapeutic Agentic Reasoning in the Ne...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Showcases agentic AI reasoning in high-stakes therapeutic decision-making,</a:t>
            </a:r>
          </a:p>
          <a:p>
            <a:r>
              <a:t>demonstrating agent capabilities in complex medical domains with multi-factor</a:t>
            </a:r>
          </a:p>
          <a:p>
            <a:r>
              <a:t>consideration.</a:t>
            </a:r>
          </a:p>
          <a:p>
            <a:pPr/>
          </a:p>
          <a:p>
            <a:pPr/>
            <a:r>
              <a:t>Source: arXiv • Tim Cofala, Christian Kalfar, Jingge Xiao</a:t>
            </a:r>
          </a:p>
          <a:p>
            <a:pPr/>
            <a:r>
              <a:t>Link: https://arxiv.org/abs/2512.11682v1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Bounding Hallucinations: Information-Theoretic Guarantees for RAG S...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Provides theoretical foundations for verifiable tool use in RAG systems,</a:t>
            </a:r>
          </a:p>
          <a:p>
            <a:r>
              <a:t>transforming retrieval from heuristic to provable evidence with formal</a:t>
            </a:r>
          </a:p>
          <a:p>
            <a:r>
              <a:t>guarantees against hallucination.</a:t>
            </a:r>
          </a:p>
          <a:p>
            <a:pPr/>
          </a:p>
          <a:p>
            <a:pPr/>
            <a:r>
              <a:t>Source: arXiv • Björn Deiseroth, Max Henning Höth, Kristian Kersting</a:t>
            </a:r>
          </a:p>
          <a:p>
            <a:pPr/>
            <a:r>
              <a:t>Link: https://arxiv.org/abs/2512.11614v1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LUCID: Learning-Enabled Uncertainty-Aware Certification of Stochast...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Advances formal verification for autonomous systems by combining learning with</a:t>
            </a:r>
          </a:p>
          <a:p>
            <a:r>
              <a:t>uncertainty quantification, critical for safe deployment of AI agents in</a:t>
            </a:r>
          </a:p>
          <a:p>
            <a:r>
              <a:t>safety-critical domains.</a:t>
            </a:r>
          </a:p>
          <a:p>
            <a:pPr/>
          </a:p>
          <a:p>
            <a:pPr/>
            <a:r>
              <a:t>Source: arXiv • Ernesto Casablanca, Oliver Schön, Paolo Zuliani</a:t>
            </a:r>
          </a:p>
          <a:p>
            <a:pPr/>
            <a:r>
              <a:t>Link: https://arxiv.org/abs/2512.11750v1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High-Dimensional Surrogate Modeling for Closed-Loop Learning of Neu...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Enables sample-efficient learning for autonomous agents using model predictive</a:t>
            </a:r>
          </a:p>
          <a:p>
            <a:r>
              <a:t>control with neural networks, improving closed-loop planning from limited data.</a:t>
            </a:r>
          </a:p>
          <a:p>
            <a:pPr/>
          </a:p>
          <a:p>
            <a:pPr/>
            <a:r>
              <a:t>Source: arXiv • Sebastian Hirt, Valentinus Suwanto, Hendrik Alsmeier</a:t>
            </a:r>
          </a:p>
          <a:p>
            <a:pPr/>
            <a:r>
              <a:t>Link: https://arxiv.org/abs/2512.11705v1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Industry Updates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5 key updates</a:t>
            </a:r>
          </a:p>
          <a:p>
            <a:pPr/>
          </a:p>
          <a:p>
            <a:pPr/>
            <a:r>
              <a:t>Swipe to explore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AI agents are starting to eat SaaS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how autonomous AI agents are beginning to replace traditional SaaS</a:t>
            </a:r>
          </a:p>
          <a:p>
            <a:r>
              <a:t>workflows, marking a significant shift in enterprise software economics and</a:t>
            </a:r>
          </a:p>
          <a:p>
            <a:r>
              <a:t>integration patterns.</a:t>
            </a:r>
          </a:p>
          <a:p>
            <a:pPr/>
          </a:p>
          <a:p>
            <a:pPr/>
            <a:r>
              <a:t>Source: Hacker News • 115 points • 134 comments</a:t>
            </a:r>
          </a:p>
          <a:p>
            <a:pPr/>
            <a:r>
              <a:t>Link: https://martinalderson.com/posts/ai-agents-are-...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OpenAI are quietly adopting skills, now available in ChatGPT and Co...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OpenAI introduces 'skills' system enabling ChatGPT to perform structured tool</a:t>
            </a:r>
          </a:p>
          <a:p>
            <a:r>
              <a:t>use and task execution, representing a major step toward productized agentic</a:t>
            </a:r>
          </a:p>
          <a:p>
            <a:r>
              <a:t>capabilities.</a:t>
            </a:r>
          </a:p>
          <a:p>
            <a:pPr/>
          </a:p>
          <a:p>
            <a:pPr/>
            <a:r>
              <a:t>Source: Hacker News • 567 points • 313 comments</a:t>
            </a:r>
          </a:p>
          <a:p>
            <a:pPr/>
            <a:r>
              <a:t>Link: https://simonwillison.net/2025/Dec/12/openai-sk...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Claude CLI deleted my home directory and wiped my Mac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Critical safety incident highlighting the risks of autonomous agents with</a:t>
            </a:r>
          </a:p>
          <a:p>
            <a:r>
              <a:t>system-level tool access, sparking important discussions about agent guardrails</a:t>
            </a:r>
          </a:p>
          <a:p>
            <a:r>
              <a:t>and permission systems.</a:t>
            </a:r>
          </a:p>
          <a:p>
            <a:pPr/>
          </a:p>
          <a:p>
            <a:pPr/>
            <a:r>
              <a:t>Source: Hacker News • 220 points • 179 comments</a:t>
            </a:r>
          </a:p>
          <a:p>
            <a:pPr/>
            <a:r>
              <a:t>Link: https://old.reddit.com/r/ClaudeAI/comments/1pgx...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An AI agent spent 16 hours hacking Stanford's network. It outperfor...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Demonstrates autonomous AI agents achieving expert-level performance in complex</a:t>
            </a:r>
          </a:p>
          <a:p>
            <a:r>
              <a:t>security tasks through multi-step planning and tool execution, outperforming</a:t>
            </a:r>
          </a:p>
          <a:p>
            <a:r>
              <a:t>human specialists.</a:t>
            </a:r>
          </a:p>
          <a:p>
            <a:pPr/>
          </a:p>
          <a:p>
            <a:pPr/>
            <a:r>
              <a:t>Source: r/artificial • 211 upvotes • 32 comments</a:t>
            </a:r>
          </a:p>
          <a:p>
            <a:pPr/>
            <a:r>
              <a:t>Link: https://reddit.com/r/artificial/comments/1pkuaa...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Introducing: Devstral 2 and Mistral Vibe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Mistral launches new developer-focused model with CLI tool interface, expanding</a:t>
            </a:r>
          </a:p>
          <a:p>
            <a:r>
              <a:t>the competitive landscape for code-capable agentic systems.</a:t>
            </a:r>
          </a:p>
          <a:p>
            <a:pPr/>
          </a:p>
          <a:p>
            <a:pPr/>
            <a:r>
              <a:t>Source: r/LocalLLaMA • 690 upvotes • 218 comments</a:t>
            </a:r>
          </a:p>
          <a:p>
            <a:pPr/>
            <a:r>
              <a:t>Link: https://reddit.com/r/LocalLLaMA/comments/1pi9q3...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key updates</a:t>
            </a:r>
          </a:p>
          <a:p>
            <a:pPr/>
          </a:p>
          <a:p>
            <a:pPr/>
            <a:r>
              <a:t>Swipe to explore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OpenAI Skills (ChatGPT and Codex CLI)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New framework enabling structured task execution and tool chaining in ChatGPT,</a:t>
            </a:r>
          </a:p>
          <a:p>
            <a:r>
              <a:t>representing OpenAI's formal entry into agent orchestration infrastructure.</a:t>
            </a:r>
          </a:p>
          <a:p>
            <a:pPr/>
          </a:p>
          <a:p>
            <a:pPr/>
            <a:r>
              <a:t>Source: Hacker News • 567 points • 313 comments</a:t>
            </a:r>
          </a:p>
          <a:p>
            <a:pPr/>
            <a:r>
              <a:t>Link: https://simonwillison.net/2025/Dec/12/openai-sk...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Mistral Vibe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Command-line interface for agent-style development workflows with Devstral 2,</a:t>
            </a:r>
          </a:p>
          <a:p>
            <a:r>
              <a:t>competing directly with GitHub Copilot and similar agent-assisted coding tools.</a:t>
            </a:r>
          </a:p>
          <a:p>
            <a:pPr/>
          </a:p>
          <a:p>
            <a:pPr/>
            <a:r>
              <a:t>Source: r/LocalLLaMA • 690 upvotes • 218 comments</a:t>
            </a:r>
          </a:p>
          <a:p>
            <a:pPr/>
            <a:r>
              <a:t>Link: https://reddit.com/r/LocalLLaMA/comments/1pi9q3...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Claude CLI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Anthropic's command-line agent tool that can execute system commands,</a:t>
            </a:r>
          </a:p>
          <a:p>
            <a:r>
              <a:t>highlighting both the power and safety challenges of autonomous CLI agents.</a:t>
            </a:r>
          </a:p>
          <a:p>
            <a:pPr/>
          </a:p>
          <a:p>
            <a:pPr/>
            <a:r>
              <a:t>Source: Hacker News • 220 points • 179 comments</a:t>
            </a:r>
          </a:p>
          <a:p>
            <a:pPr/>
            <a:r>
              <a:t>Link: https://old.reddit.com/r/ClaudeAI/comments/1pgx...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You can now train LLMs 3x faster with 30% less memory! (&lt;3.9GB VRAM)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Breakthrough optimization enabling efficient fine-tuning of agent models on</a:t>
            </a:r>
          </a:p>
          <a:p>
            <a:r>
              <a:t>consumer hardware, democratizing the development of custom agentic systems.</a:t>
            </a:r>
          </a:p>
          <a:p>
            <a:pPr/>
          </a:p>
          <a:p>
            <a:pPr/>
            <a:r>
              <a:t>Source: r/LocalLLaMA • 1027 upvotes • 114 comments</a:t>
            </a:r>
          </a:p>
          <a:p>
            <a:pPr/>
            <a:r>
              <a:t>Link: https://reddit.com/r/LocalLLaMA/comments/1pj51t...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Notable Discussions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 key updates</a:t>
            </a:r>
          </a:p>
          <a:p>
            <a:pPr/>
          </a:p>
          <a:p>
            <a:pPr/>
            <a:r>
              <a:t>Swipe to explore 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Ilya Sutskever is puzzled by the gap between AI benchmarks and the ...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Leading AI researcher questions why impressive agent capabilities on benchmarks</a:t>
            </a:r>
          </a:p>
          <a:p>
            <a:r>
              <a:t>aren't translating to proportional real-world economic value, sparking debate</a:t>
            </a:r>
          </a:p>
          <a:p>
            <a:r>
              <a:t>about deployment challenges.</a:t>
            </a:r>
          </a:p>
          <a:p>
            <a:pPr/>
          </a:p>
          <a:p>
            <a:pPr/>
            <a:r>
              <a:t>Source: r/MachineLearning • 385 upvotes • 190 comments</a:t>
            </a:r>
          </a:p>
          <a:p>
            <a:pPr/>
            <a:r>
              <a:t>Link: https://reddit.com/r/MachineLearning/comments/1...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Claude CLI safety incident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Community grapples with fundamental questions about agent safety, permission</a:t>
            </a:r>
          </a:p>
          <a:p>
            <a:r>
              <a:t>models, and the balance between autonomy and control in tool-using AI systems.</a:t>
            </a:r>
          </a:p>
          <a:p>
            <a:pPr/>
          </a:p>
          <a:p>
            <a:pPr/>
            <a:r>
              <a:t>Source: Hacker News • 220 points • 179 comments</a:t>
            </a:r>
          </a:p>
          <a:p>
            <a:pPr/>
            <a:r>
              <a:t>Link: https://old.reddit.com/r/ClaudeAI/comments/1pgx...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AI agents are starting to eat SaaS -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professionals debate how autonomous agents will restructure software</a:t>
            </a:r>
          </a:p>
          <a:p>
            <a:r>
              <a:t>markets, with implications for SaaS business models and integration</a:t>
            </a:r>
          </a:p>
          <a:p>
            <a:r>
              <a:t>architectures.</a:t>
            </a:r>
          </a:p>
          <a:p>
            <a:pPr/>
          </a:p>
          <a:p>
            <a:pPr/>
            <a:r>
              <a:t>Source: Hacker News • 115 points • 134 comments</a:t>
            </a:r>
          </a:p>
          <a:p>
            <a:pPr/>
            <a:r>
              <a:t>Link: https://martinalderson.com/posts/ai-agents-are-...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An AI agent spent 16 hours hacking Stanford's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Discussion of autonomous penetration testing agents achieving human-expert</a:t>
            </a:r>
          </a:p>
          <a:p>
            <a:r>
              <a:t>performance, raising questions about agent capabilities in adversarial</a:t>
            </a:r>
          </a:p>
          <a:p>
            <a:r>
              <a:t>multi-step reasoning tasks.</a:t>
            </a:r>
          </a:p>
          <a:p>
            <a:pPr/>
          </a:p>
          <a:p>
            <a:pPr/>
            <a:r>
              <a:t>Source: r/artificial • 211 upvotes • 32 comments</a:t>
            </a:r>
          </a:p>
          <a:p>
            <a:pPr/>
            <a:r>
              <a:t>Link: https://reddit.com/r/artificial/comments/1pkuaa...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Stay Curious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Your weekly AI digest</a:t>
            </a:r>
          </a:p>
          <a:p>
            <a:pPr/>
            <a:r>
              <a:t>Automatically curated every Sunday</a:t>
            </a:r>
          </a:p>
          <a:p>
            <a:pPr/>
          </a:p>
          <a:p>
            <a:pPr/>
            <a:r>
              <a:t>Data Sources:</a:t>
            </a:r>
          </a:p>
          <a:p>
            <a:pPr/>
            <a:r>
              <a:t>  → arXiv Research Papers</a:t>
            </a:r>
          </a:p>
          <a:p>
            <a:pPr/>
            <a:r>
              <a:t>  → Hacker News</a:t>
            </a:r>
          </a:p>
          <a:p>
            <a:pPr/>
            <a:r>
              <a:t>  → Reddit ML Communities</a:t>
            </a:r>
          </a:p>
          <a:p>
            <a:pPr/>
          </a:p>
          <a:p>
            <a:pPr/>
            <a:r>
              <a:t>Next edition: December 21,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Slide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