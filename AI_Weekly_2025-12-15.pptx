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Weekly Agentic AI Digest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Week of 2025-12-15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90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🤖 This Week in Agentic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This Week's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This week highlighted the rapid maturation of agentic AI with OpenAI quietly launching 'skills' for modular agent capabilities while safety concerns intensified following Claude CLI's file deletion incident. Multi-agent systems demonstrated breakthrough capabilities in competitive drone racing and cybersecurity penetration testing, signaling agents are moving from research demos to practical applications that can match human expert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CCCCCC"/>
                </a:solidFill>
              </a:defRPr>
            </a:pPr>
            <a:r>
              <a:t>📚 arXiv • Hacker News • Reddit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CCCCCC"/>
                </a:solidFill>
              </a:defRPr>
            </a:pPr>
            <a:r>
              <a:t>🗓️  2025-12-15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B59B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🔬 Key Research Papers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5 key updates this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FFFFFF"/>
                </a:solidFill>
              </a:defRPr>
            </a:pPr>
            <a:r>
              <a:t>→ Swipe to explore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1. Agile Flight Emerges from Multi-Agent Competitive Racing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Demonstrates emergent agile flight behavior and strategic reasoning in drones through multi-agent competitive racing with sparse high-level objectives, showing how complex agent capabilities arise from competition.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66666"/>
                </a:solidFill>
              </a:defRPr>
            </a:pPr>
            <a:r>
              <a:t>📍 arXiv • Vineet Pasumarti, Lorenzo Bianchi, Antonio Loquercio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3498DB"/>
                </a:solidFill>
              </a:defRPr>
            </a:pPr>
            <a:r>
              <a:t>🔗 https://arxiv.org/abs/2512.11781v1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2. MedAI: Evaluating TxAgent's Therapeutic Agentic Reasoning in the NeurIPS CURE-Bench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Presents TxAgent for therapeutic decision-making that demonstrates agentic reasoning in high-stakes clinical medicine through complex multi-step planning and tool use.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66666"/>
                </a:solidFill>
              </a:defRPr>
            </a:pPr>
            <a:r>
              <a:t>📍 arXiv • Tim Cofala, Christian Kalfar, Jingge Xiao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3498DB"/>
                </a:solidFill>
              </a:defRPr>
            </a:pPr>
            <a:r>
              <a:t>🔗 https://arxiv.org/abs/2512.11682v1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3. Bounding Hallucinations: Information-Theoretic Guarantees for RAG Systems via Merlin-Arthur Protocols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Provides theoretical framework for verifiable retrieval in RAG systems, moving beyond heuristic retrieval to guarantee-backed evidence processing for more reliable agent tool use.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66666"/>
                </a:solidFill>
              </a:defRPr>
            </a:pPr>
            <a:r>
              <a:t>📍 arXiv • Björn Deiseroth, Max Henning Höth, Kristian Kersting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3498DB"/>
                </a:solidFill>
              </a:defRPr>
            </a:pPr>
            <a:r>
              <a:t>🔗 https://arxiv.org/abs/2512.11614v1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4. From Verification Burden to Trusted Collaboration: Design Goals for LLM-Assisted Literature Reviews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Explores concrete usage patterns of LLM agents in academic workflows, identifying design requirements for trusted human-AI collaboration in complex reasoning tasks.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66666"/>
                </a:solidFill>
              </a:defRPr>
            </a:pPr>
            <a:r>
              <a:t>📍 arXiv • Brenda Nogueira, Werner Geyer, Andrew Anderson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3498DB"/>
                </a:solidFill>
              </a:defRPr>
            </a:pPr>
            <a:r>
              <a:t>🔗 https://arxiv.org/abs/2512.11661v1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5. LUCID: Learning-Enabled Uncertainty-Aware Certification of Stochastic Dynamical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Addresses formal verification challenges for AI-enabled autonomous systems, providing certification methods critical for deploying agents in safety-critical domains like autonomous driving.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66666"/>
                </a:solidFill>
              </a:defRPr>
            </a:pPr>
            <a:r>
              <a:t>📍 arXiv • Ernesto Casablanca, Oliver Schön, Paolo Zuliani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3498DB"/>
                </a:solidFill>
              </a:defRPr>
            </a:pPr>
            <a:r>
              <a:t>🔗 https://arxiv.org/abs/2512.11750v1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498D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🏢 Industry Updates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5 key updates this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FFFFFF"/>
                </a:solidFill>
              </a:defRPr>
            </a:pPr>
            <a:r>
              <a:t>→ Swipe to explore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1. OpenAI are quietly adopting skills, now available in ChatGPT and Codex CLI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OpenAI's stealth launch of 'skills' represents a significant shift toward modular agent capabilities, enabling ChatGPT to perform specialized tool-based tasks through composable functions.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66666"/>
                </a:solidFill>
              </a:defRPr>
            </a:pPr>
            <a:r>
              <a:t>📍 Hacker News • 568 points • 314 comments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3498DB"/>
                </a:solidFill>
              </a:defRPr>
            </a:pPr>
            <a:r>
              <a:t>🔗 https://simonwillison.net/2025/Dec/12/openai-skills/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2. AI agents are starting to eat SaaS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Analysis of how autonomous AI agents are beginning to replace traditional SaaS products by automating entire workflows rather than just individual tasks.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66666"/>
                </a:solidFill>
              </a:defRPr>
            </a:pPr>
            <a:r>
              <a:t>📍 Hacker News • 123 points • 144 comments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3498DB"/>
                </a:solidFill>
              </a:defRPr>
            </a:pPr>
            <a:r>
              <a:t>🔗 https://martinalderson.com/posts/ai-agents-are-starting-t...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3. Claude CLI deleted my home directory and wiped my Mac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Critical incident highlighting the safety challenges of giving AI agents unrestricted tool access and file system permissions, underscoring the need for better guardrails in agentic systems.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66666"/>
                </a:solidFill>
              </a:defRPr>
            </a:pPr>
            <a:r>
              <a:t>📍 Hacker News • 221 points • 181 comments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3498DB"/>
                </a:solidFill>
              </a:defRPr>
            </a:pPr>
            <a:r>
              <a:t>🔗 https://old.reddit.com/r/ClaudeAI/comments/1pgxckk/claude...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4. An AI agent spent 16 hours hacking Stanford's network. It outperformed human pros for much less than their 6-figure salaries.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Demonstrates autonomous AI agent successfully executing complex multi-step cybersecurity penetration testing, showing agents can match professional-level strategic planning and tool orchestration.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66666"/>
                </a:solidFill>
              </a:defRPr>
            </a:pPr>
            <a:r>
              <a:t>📍 r/artificial • 205 upvotes • 32 comments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3498DB"/>
                </a:solidFill>
              </a:defRPr>
            </a:pPr>
            <a:r>
              <a:t>🔗 https://reddit.com/r/artificial/comments/1pkuaaq/an_ai_ag...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5. Pete Hegseth Says the Pentagon's New Chatbot Will Make America 'More Lethal'. The Department of War aims to put Google Gemini 'directly into the hands of every American warrior.'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Pentagon's deployment of Google Gemini to military personnel represents large-scale institutional adoption of AI agents for tactical decision support and operational planning.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66666"/>
                </a:solidFill>
              </a:defRPr>
            </a:pPr>
            <a:r>
              <a:t>📍 r/artificial • 256 upvotes • 125 comments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3498DB"/>
                </a:solidFill>
              </a:defRPr>
            </a:pPr>
            <a:r>
              <a:t>🔗 https://reddit.com/r/artificial/comments/1piors1/pete_heg...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BC9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🛠️ Tools &amp; Frameworks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4 key updates this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FFFFFF"/>
                </a:solidFill>
              </a:defRPr>
            </a:pPr>
            <a:r>
              <a:t>→ Swipe to explore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1. Introducing: Devstral 2 and Mistral Vibe CLI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Mistral launches Devstral 2 with CLI interface for agentic coding workflows, joining the wave of command-line agent frameworks for developer automation.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66666"/>
                </a:solidFill>
              </a:defRPr>
            </a:pPr>
            <a:r>
              <a:t>📍 r/LocalLLaMA • 692 upvotes • 218 comments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3498DB"/>
                </a:solidFill>
              </a:defRPr>
            </a:pPr>
            <a:r>
              <a:t>🔗 https://reddit.com/r/LocalLLaMA/comments/1pi9q3t/introduc...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2. You can now train LLMs 3x faster with 30% less memory! (&lt;3.9GB VRAM)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Memory optimization breakthrough enables local training of agent models on consumer hardware, democratizing development of custom agentic systems.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66666"/>
                </a:solidFill>
              </a:defRPr>
            </a:pPr>
            <a:r>
              <a:t>📍 r/LocalLLaMA • 1027 upvotes • 114 comments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3498DB"/>
                </a:solidFill>
              </a:defRPr>
            </a:pPr>
            <a:r>
              <a:t>🔗 https://reddit.com/r/LocalLLaMA/comments/1pj51tu/you_can_...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3. SUMFORU: An LLM-Based Review Summarization Framework for Personalized Purchase Decision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Framework for personalized decision-support agents that aggregate information and reason about user preferences, demonstrating practical agentic reasoning for consumer applications.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66666"/>
                </a:solidFill>
              </a:defRPr>
            </a:pPr>
            <a:r>
              <a:t>📍 arXiv • Yuming Feng, Xinrui Jiang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3498DB"/>
                </a:solidFill>
              </a:defRPr>
            </a:pPr>
            <a:r>
              <a:t>🔗 https://arxiv.org/abs/2512.11755v1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4. 8x RTX Pro 6000 server complete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Community build showcasing infrastructure for running multi-agent systems and large agentic models locally, reflecting growing interest in self-hosted agent deployments.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66666"/>
                </a:solidFill>
              </a:defRPr>
            </a:pPr>
            <a:r>
              <a:t>📍 r/LocalLLaMA • 607 upvotes • 264 comments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3498DB"/>
                </a:solidFill>
              </a:defRPr>
            </a:pPr>
            <a:r>
              <a:t>🔗 https://reddit.com/r/LocalLLaMA/comments/1plwgun/8x_rtx_p...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✨ Stay Curious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Your weekly AI digest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EEEEEE"/>
                </a:solidFill>
              </a:defRPr>
            </a:pPr>
            <a:r>
              <a:t>Automatically curated every Sunday at 6 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🔬 Data Sources: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EEEEEE"/>
                </a:solidFill>
              </a:defRPr>
            </a:pPr>
            <a:r>
              <a:t>arXiv Research Papers • Hacker News • Reddit ML Communities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006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57200" y="54864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CCCCCC"/>
                </a:solidFill>
              </a:defRPr>
            </a:pPr>
            <a:r>
              <a:t>📅 Next edition: December 21,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