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Weekly Agentic AI Digest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of 2025-12-15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90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🤖 This Week in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📊 This Week's Highlights</a:t>
            </a:r>
          </a:p>
          <a:p>
            <a:pPr/>
          </a:p>
          <a:p>
            <a:pPr/>
            <a:r>
              <a:t>This week highlighted both the promise and peril of autonomous AI agents, with OpenAI</a:t>
            </a:r>
          </a:p>
          <a:p>
            <a:pPr/>
            <a:r>
              <a:t>introducing modular 'skills' while Claude's CLI incident exposed critical safety gaps in</a:t>
            </a:r>
          </a:p>
          <a:p>
            <a:pPr/>
            <a:r>
              <a:t>tool-using agents. Research advanced multi-agent learning and formal verification methods,</a:t>
            </a:r>
          </a:p>
          <a:p>
            <a:pPr/>
            <a:r>
              <a:t>while industry debates centered on the growing gap between impressive benchmarks and</a:t>
            </a:r>
          </a:p>
          <a:p>
            <a:pPr/>
            <a:r>
              <a:t>practical deployment challenges, particularly in enterprise SaaS replacement scenarios.</a:t>
            </a:r>
          </a:p>
          <a:p>
            <a:pPr/>
          </a:p>
          <a:p>
            <a:pPr/>
            <a:r>
              <a:t>📚 arXiv • Hacker News • Reddit</a:t>
            </a:r>
          </a:p>
          <a:p>
            <a:pPr/>
            <a:r>
              <a:t>🗓️  2025-12-15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🔬 Key Research Papers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Agile Flight Emerges from Multi-Agent Competitive Racing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that agile flight capabilities and strategic behavior emerge naturally from</a:t>
            </a:r>
          </a:p>
          <a:p>
            <a:pPr/>
            <a:r>
              <a:t>multi-agent competition with minimal reward engineering, showing how agent interaction</a:t>
            </a:r>
          </a:p>
          <a:p>
            <a:pPr/>
            <a:r>
              <a:t>drives sophisticated behavior.</a:t>
            </a:r>
          </a:p>
          <a:p>
            <a:pPr/>
          </a:p>
          <a:p>
            <a:pPr/>
            <a:r>
              <a:t>📍 arXiv • Vineet Pasumarti, Lorenzo Bianchi, Antonio Loquercio</a:t>
            </a:r>
          </a:p>
          <a:p>
            <a:pPr/>
            <a:r>
              <a:t>🔗 https://arxiv.org/abs/2512.11781v1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MedAI: Evaluating TxAgent's Therapeutic Agentic Reasoning in the NeurIPS...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Introduces TxAgent for therapeutic decision-making in clinical medicine, advancing agentic</a:t>
            </a:r>
          </a:p>
          <a:p>
            <a:pPr/>
            <a:r>
              <a:t>reasoning in high-stakes medical domains with complex multi-factor reasoning requirements.</a:t>
            </a:r>
          </a:p>
          <a:p>
            <a:pPr/>
          </a:p>
          <a:p>
            <a:pPr/>
            <a:r>
              <a:t>📍 arXiv • Tim Cofala, Christian Kalfar, Jingge Xiao</a:t>
            </a:r>
          </a:p>
          <a:p>
            <a:pPr/>
            <a:r>
              <a:t>🔗 https://arxiv.org/abs/2512.11682v1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Bounding Hallucinations: Information-Theoretic Guarantees for RAG System...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Provides theoretical framework for verifiable retrieval in RAG agents using information</a:t>
            </a:r>
          </a:p>
          <a:p>
            <a:pPr/>
            <a:r>
              <a:t>theory, moving beyond heuristic retrieval to provable guarantees against hallucination.</a:t>
            </a:r>
          </a:p>
          <a:p>
            <a:pPr/>
          </a:p>
          <a:p>
            <a:pPr/>
            <a:r>
              <a:t>📍 arXiv • Björn Deiseroth, Max Henning Höth, Kristian Kersting</a:t>
            </a:r>
          </a:p>
          <a:p>
            <a:pPr/>
            <a:r>
              <a:t>🔗 https://arxiv.org/abs/2512.11614v1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From Verification Burden to Trusted Collaboration: Design Goals for LLM-...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Explores design principles for LLM agents in academic workflows, addressing the critical</a:t>
            </a:r>
          </a:p>
          <a:p>
            <a:pPr/>
            <a:r>
              <a:t>challenge of building trust in AI-assisted research tasks.</a:t>
            </a:r>
          </a:p>
          <a:p>
            <a:pPr/>
          </a:p>
          <a:p>
            <a:pPr/>
            <a:r>
              <a:t>📍 arXiv • Brenda Nogueira, Werner Geyer, Andrew Anderson</a:t>
            </a:r>
          </a:p>
          <a:p>
            <a:pPr/>
            <a:r>
              <a:t>🔗 https://arxiv.org/abs/2512.11661v1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LUCID: Learning-Enabled Uncertainty-Aware Certification of Stochastic Dy...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Addresses formal verification of AI-enabled autonomous systems with uncertainty</a:t>
            </a:r>
          </a:p>
          <a:p>
            <a:pPr/>
            <a:r>
              <a:t>quantification, crucial for deploying agents in safety-critical applications like</a:t>
            </a:r>
          </a:p>
          <a:p>
            <a:pPr/>
            <a:r>
              <a:t>autonomous driving.</a:t>
            </a:r>
          </a:p>
          <a:p>
            <a:pPr/>
          </a:p>
          <a:p>
            <a:pPr/>
            <a:r>
              <a:t>📍 arXiv • Ernesto Casablanca, Oliver Schön, Paolo Zuliani</a:t>
            </a:r>
          </a:p>
          <a:p>
            <a:pPr/>
            <a:r>
              <a:t>🔗 https://arxiv.org/abs/2512.11750v1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🏢 Industry Updates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AI agents are starting to eat SaaS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Signals the beginning of AI agents disrupting traditional SaaS business models by</a:t>
            </a:r>
          </a:p>
          <a:p>
            <a:pPr/>
            <a:r>
              <a:t>automating tasks previously requiring dedicated software platforms.</a:t>
            </a:r>
          </a:p>
          <a:p>
            <a:pPr/>
          </a:p>
          <a:p>
            <a:pPr/>
            <a:r>
              <a:t>📍 Hacker News • 119 points • 138 comments</a:t>
            </a:r>
          </a:p>
          <a:p>
            <a:pPr/>
            <a:r>
              <a:t>🔗 https://martinalderson.com/posts/ai-agents-are-starting-to-eat-saas/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OpenAI are quietly adopting skills, now available in ChatGPT and Codex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OpenAI introduces 'skills' functionality enabling more modular and extensible agent</a:t>
            </a:r>
          </a:p>
          <a:p>
            <a:pPr/>
            <a:r>
              <a:t>capabilities in their production systems, indicating shift toward agent-based</a:t>
            </a:r>
          </a:p>
          <a:p>
            <a:pPr/>
            <a:r>
              <a:t>architectures.</a:t>
            </a:r>
          </a:p>
          <a:p>
            <a:pPr/>
          </a:p>
          <a:p>
            <a:pPr/>
            <a:r>
              <a:t>📍 Hacker News • 568 points • 313 comments</a:t>
            </a:r>
          </a:p>
          <a:p>
            <a:pPr/>
            <a:r>
              <a:t>🔗 https://simonwillison.net/2025/Dec/12/openai-skills/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Claude CLI deleted my home directory and wiped my Mac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Highlights critical safety challenges in tool-using agents with system access,</a:t>
            </a:r>
          </a:p>
          <a:p>
            <a:pPr/>
            <a:r>
              <a:t>demonstrating urgent need for better guardrails in autonomous agent deployments.</a:t>
            </a:r>
          </a:p>
          <a:p>
            <a:pPr/>
          </a:p>
          <a:p>
            <a:pPr/>
            <a:r>
              <a:t>📍 Hacker News • 220 points • 179 comments</a:t>
            </a:r>
          </a:p>
          <a:p>
            <a:pPr/>
            <a:r>
              <a:t>🔗 https://old.reddit.com/r/ClaudeAI/comments/1pgxckk/claude_cli_deleted_my...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An AI agent spent 16 hours hacking Stanford's network. It outperformed h...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autonomous AI agents achieving expert-level performance in complex</a:t>
            </a:r>
          </a:p>
          <a:p>
            <a:pPr/>
            <a:r>
              <a:t>cybersecurity tasks, showcasing practical planning and tool-use capabilities in real-world</a:t>
            </a:r>
          </a:p>
          <a:p>
            <a:pPr/>
            <a:r>
              <a:t>adversarial scenarios.</a:t>
            </a:r>
          </a:p>
          <a:p>
            <a:pPr/>
          </a:p>
          <a:p>
            <a:pPr/>
            <a:r>
              <a:t>📍 r/artificial • 206 upvotes • 32 comments</a:t>
            </a:r>
          </a:p>
          <a:p>
            <a:pPr/>
            <a:r>
              <a:t>🔗 https://reddit.com/r/artificial/comments/1pkuaaq/an_ai_agent_spent_16_ho...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Microsoft Scales Back AI Goals Because Almost Nobody Is Using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Reveals adoption challenges for AI agent assistants in enterprise settings, highlighting</a:t>
            </a:r>
          </a:p>
          <a:p>
            <a:pPr/>
            <a:r>
              <a:t>the gap between agent capabilities and practical workplace integration.</a:t>
            </a:r>
          </a:p>
          <a:p>
            <a:pPr/>
          </a:p>
          <a:p>
            <a:pPr/>
            <a:r>
              <a:t>📍 r/artificial • 265 upvotes • 66 comments</a:t>
            </a:r>
          </a:p>
          <a:p>
            <a:pPr/>
            <a:r>
              <a:t>🔗 https://reddit.com/r/artificial/comments/1pmuboi/microsoft_scales_back_a...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🛠️ Tools &amp;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Introducing: Devstral 2 and Mistral Vibe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Mistral releases new coding-focused model with CLI interface, expanding the ecosystem of</a:t>
            </a:r>
          </a:p>
          <a:p>
            <a:pPr/>
            <a:r>
              <a:t>developer-oriented agent tools with open-source alternatives.</a:t>
            </a:r>
          </a:p>
          <a:p>
            <a:pPr/>
          </a:p>
          <a:p>
            <a:pPr/>
            <a:r>
              <a:t>📍 r/LocalLLaMA • 687 upvotes • 218 comments</a:t>
            </a:r>
          </a:p>
          <a:p>
            <a:pPr/>
            <a:r>
              <a:t>🔗 https://reddit.com/r/LocalLLaMA/comments/1pi9q3t/introducing_devstral_2_...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OpenAI Skills in ChatGPT and Codex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Introduction of modular 'skills' system enables composable agent capabilities and tool</a:t>
            </a:r>
          </a:p>
          <a:p>
            <a:pPr/>
            <a:r>
              <a:t>integration, representing architectural shift toward more flexible agent frameworks.</a:t>
            </a:r>
          </a:p>
          <a:p>
            <a:pPr/>
          </a:p>
          <a:p>
            <a:pPr/>
            <a:r>
              <a:t>📍 Hacker News • 568 points • 313 comments</a:t>
            </a:r>
          </a:p>
          <a:p>
            <a:pPr/>
            <a:r>
              <a:t>🔗 https://simonwillison.net/2025/Dec/12/openai-skills/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You can now train LLMs 3x faster with 30% less memory! (&lt;3.9GB VRAM)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Major efficiency breakthrough enabling local training and fine-tuning of agent models on</a:t>
            </a:r>
          </a:p>
          <a:p>
            <a:pPr/>
            <a:r>
              <a:t>consumer hardware, democratizing agent development.</a:t>
            </a:r>
          </a:p>
          <a:p>
            <a:pPr/>
          </a:p>
          <a:p>
            <a:pPr/>
            <a:r>
              <a:t>📍 r/LocalLLaMA • 1028 upvotes • 114 comments</a:t>
            </a:r>
          </a:p>
          <a:p>
            <a:pPr/>
            <a:r>
              <a:t>🔗 https://reddit.com/r/LocalLLaMA/comments/1pj51tu/you_can_now_train_llms_...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Claude CLI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Despite safety incident, represents growing trend of CLI-based agent frameworks for</a:t>
            </a:r>
          </a:p>
          <a:p>
            <a:pPr/>
            <a:r>
              <a:t>developer workflows, highlighting both potential and risks of tool-using agents.</a:t>
            </a:r>
          </a:p>
          <a:p>
            <a:pPr/>
          </a:p>
          <a:p>
            <a:pPr/>
            <a:r>
              <a:t>📍 Hacker News • 220 points • 179 comments</a:t>
            </a:r>
          </a:p>
          <a:p>
            <a:pPr/>
            <a:r>
              <a:t>🔗 https://old.reddit.com/r/ClaudeAI/comments/1pgxckk/claude_cli_deleted_my...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7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💬 Notable Discussions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Ilya Sutskever is puzzled by the gap between AI benchmarks and the econo...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AI researcher questions why impressive agent benchmarks haven't translated to</a:t>
            </a:r>
          </a:p>
          <a:p>
            <a:pPr/>
            <a:r>
              <a:t>proportional real-world impact, highlighting deployment and integration challenges.</a:t>
            </a:r>
          </a:p>
          <a:p>
            <a:pPr/>
          </a:p>
          <a:p>
            <a:pPr/>
            <a:r>
              <a:t>📍 r/MachineLearning • 384 upvotes • 191 comments</a:t>
            </a:r>
          </a:p>
          <a:p>
            <a:pPr/>
            <a:r>
              <a:t>🔗 https://reddit.com/r/MachineLearning/comments/1pm2zsb/ilya_sutskever_is_...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AI agents are starting to eat SaaS -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Community debate on whether autonomous agents will replace traditional SaaS tools,</a:t>
            </a:r>
          </a:p>
          <a:p>
            <a:pPr/>
            <a:r>
              <a:t>exploring implications for software architecture and business models.</a:t>
            </a:r>
          </a:p>
          <a:p>
            <a:pPr/>
          </a:p>
          <a:p>
            <a:pPr/>
            <a:r>
              <a:t>📍 Hacker News • 119 points • 138 comments</a:t>
            </a:r>
          </a:p>
          <a:p>
            <a:pPr/>
            <a:r>
              <a:t>🔗 https://martinalderson.com/posts/ai-agents-are-starting-to-eat-saas/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Claude CLI Safety Incident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Critical community discussion on safety mechanisms for tool-using agents, revealing urgent</a:t>
            </a:r>
          </a:p>
          <a:p>
            <a:pPr/>
            <a:r>
              <a:t>need for better sandboxing and permission systems in agent frameworks.</a:t>
            </a:r>
          </a:p>
          <a:p>
            <a:pPr/>
          </a:p>
          <a:p>
            <a:pPr/>
            <a:r>
              <a:t>📍 Hacker News • 220 points • 179 comments</a:t>
            </a:r>
          </a:p>
          <a:p>
            <a:pPr/>
            <a:r>
              <a:t>🔗 https://old.reddit.com/r/ClaudeAI/comments/1pgxckk/claude_cli_deleted_my...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Stanford AI Agent Penetration Testing Success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Discussion explores implications of autonomous agents matching expert performance in</a:t>
            </a:r>
          </a:p>
          <a:p>
            <a:pPr/>
            <a:r>
              <a:t>complex planning tasks, raising questions about agent reliability and economic disruption.</a:t>
            </a:r>
          </a:p>
          <a:p>
            <a:pPr/>
          </a:p>
          <a:p>
            <a:pPr/>
            <a:r>
              <a:t>📍 r/artificial • 206 upvotes • 32 comments</a:t>
            </a:r>
          </a:p>
          <a:p>
            <a:pPr/>
            <a:r>
              <a:t>🔗 https://reddit.com/r/artificial/comments/1pkuaaq/an_ai_agent_spent_16_ho...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✨ Stay Curious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Your weekly AI digest</a:t>
            </a:r>
          </a:p>
          <a:p>
            <a:pPr/>
            <a:r>
              <a:t>Automatically curated every Sunday at 6 PM</a:t>
            </a:r>
          </a:p>
          <a:p>
            <a:pPr/>
          </a:p>
          <a:p>
            <a:pPr/>
            <a:r>
              <a:t>🔬 Data Sources:</a:t>
            </a:r>
          </a:p>
          <a:p>
            <a:pPr/>
            <a:r>
              <a:t>  • arXiv Research Papers</a:t>
            </a:r>
          </a:p>
          <a:p>
            <a:pPr/>
            <a:r>
              <a:t>  • Hacker News</a:t>
            </a:r>
          </a:p>
          <a:p>
            <a:pPr/>
            <a:r>
              <a:t>  • Reddit ML Communities</a:t>
            </a:r>
          </a:p>
          <a:p>
            <a:pPr/>
          </a:p>
          <a:p>
            <a:pPr/>
            <a:r>
              <a:t>📅 Next edition: December 21,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